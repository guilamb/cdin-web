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C67571-6C58-4015-B0CA-3B3A0EB67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La Blockchain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EC27D0-7661-4E9A-B3FC-9C5F672A1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09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7528AB-61A3-44CA-9B09-9F15965F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Fonctionnement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F2D1409-569B-4491-A168-FD3E50426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0447"/>
          <a:stretch/>
        </p:blipFill>
        <p:spPr>
          <a:xfrm>
            <a:off x="2124512" y="1428750"/>
            <a:ext cx="8095376" cy="4407767"/>
          </a:xfrm>
        </p:spPr>
      </p:pic>
    </p:spTree>
    <p:extLst>
      <p:ext uri="{BB962C8B-B14F-4D97-AF65-F5344CB8AC3E}">
        <p14:creationId xmlns:p14="http://schemas.microsoft.com/office/powerpoint/2010/main" val="361597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6D2CD-06DF-43E4-8858-46E3065A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539523-98FE-48F4-8B42-C0BB205E2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Création en 1991 par Stuart Haber et W. Scott </a:t>
            </a:r>
            <a:r>
              <a:rPr lang="fr-FR" dirty="0" err="1"/>
              <a:t>Stornetta</a:t>
            </a:r>
            <a:r>
              <a:rPr lang="fr-FR" dirty="0"/>
              <a:t>.</a:t>
            </a:r>
          </a:p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véritable utilisation a grande échelle par Satoshi </a:t>
            </a:r>
            <a:r>
              <a:rPr lang="fr-FR" dirty="0" err="1"/>
              <a:t>Nakamoto</a:t>
            </a:r>
            <a:r>
              <a:rPr lang="fr-FR" dirty="0"/>
              <a:t> (avec le bitcoin).</a:t>
            </a:r>
          </a:p>
          <a:p>
            <a:r>
              <a:rPr lang="fr-FR" dirty="0"/>
              <a:t>Transparente, sécurisée, décentralisée.</a:t>
            </a:r>
          </a:p>
          <a:p>
            <a:r>
              <a:rPr lang="fr-FR" dirty="0"/>
              <a:t>De plus en plus de domaine d’utilisation.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60C1FAA-ABCD-4069-B05F-F7D12E606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40" y="4150956"/>
            <a:ext cx="8971319" cy="171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78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9399A0-EB9C-4C77-8307-15515037B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96551"/>
            <a:ext cx="9601200" cy="14859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Bef>
                <a:spcPts val="1500"/>
              </a:spcBef>
              <a:spcAft>
                <a:spcPts val="1000"/>
              </a:spcAft>
            </a:pPr>
            <a:r>
              <a:rPr lang="fr-FR" dirty="0"/>
              <a:t>Quelques arguments…</a:t>
            </a:r>
            <a:br>
              <a:rPr lang="fr-FR" dirty="0"/>
            </a:br>
            <a:r>
              <a:rPr lang="fr-FR" sz="2400" dirty="0"/>
              <a:t>(et quelques domaines d’utilisations)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AE6A642-088A-4AAA-BE4E-DEB427D60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35209">
            <a:off x="1337661" y="2245319"/>
            <a:ext cx="3483818" cy="174190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5CBF6E2-F50F-4A1B-A65A-CF24A5910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92795">
            <a:off x="1421397" y="4632499"/>
            <a:ext cx="3880403" cy="155216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2158123-16BF-425F-A9E1-354B1696B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3056">
            <a:off x="8034364" y="4148105"/>
            <a:ext cx="3596553" cy="210436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70DE09E-AD2E-4C5C-91D1-EF42D2FE3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14344">
            <a:off x="8126505" y="1653483"/>
            <a:ext cx="3211085" cy="1340550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9633BC7-08E1-4E34-9B7B-7D1067B56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 rot="728411">
            <a:off x="2332607" y="3258018"/>
            <a:ext cx="1794752" cy="1256327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B6D3143-0441-4219-8981-01AB9577EF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38146">
            <a:off x="5476783" y="4990553"/>
            <a:ext cx="1931738" cy="128876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C290EF2-5A48-406D-A119-C0452238D8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1151" y="2300742"/>
            <a:ext cx="3191612" cy="239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43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EA70A-96F1-4DF7-93C3-730871D8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9F5C35-ECD1-4762-803B-77C4D472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26409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La blockchain c’est bien</a:t>
            </a:r>
          </a:p>
          <a:p>
            <a:pPr marL="0" indent="0" algn="ctr">
              <a:buNone/>
            </a:pPr>
            <a:r>
              <a:rPr lang="fr-FR" dirty="0"/>
              <a:t>VIVE LA BLOCKCHAIN !!</a:t>
            </a:r>
          </a:p>
          <a:p>
            <a:pPr marL="0" indent="0" algn="r">
              <a:buNone/>
            </a:pPr>
            <a:r>
              <a:rPr lang="fr-FR" dirty="0"/>
              <a:t>Votez blockchain ; ) </a:t>
            </a:r>
          </a:p>
          <a:p>
            <a:pPr marL="0" indent="0" algn="r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La Blockchain c’est le changement</a:t>
            </a:r>
          </a:p>
          <a:p>
            <a:pPr marL="0" indent="0" algn="r">
              <a:buNone/>
            </a:pPr>
            <a:r>
              <a:rPr lang="fr-FR" dirty="0"/>
              <a:t>Et le changement c’est maintenant</a:t>
            </a:r>
          </a:p>
          <a:p>
            <a:pPr marL="0" indent="0" algn="r">
              <a:buNone/>
            </a:pPr>
            <a:r>
              <a:rPr lang="fr-FR" sz="4000" dirty="0"/>
              <a:t>…</a:t>
            </a:r>
          </a:p>
          <a:p>
            <a:pPr marL="0" indent="0" algn="ctr">
              <a:buNone/>
            </a:pPr>
            <a:r>
              <a:rPr lang="fr-FR" sz="1600" dirty="0"/>
              <a:t>Bourgoin </a:t>
            </a:r>
            <a:r>
              <a:rPr lang="fr-FR" sz="1600" dirty="0" err="1"/>
              <a:t>Guilhane</a:t>
            </a:r>
            <a:r>
              <a:rPr lang="fr-FR" sz="1600" dirty="0"/>
              <a:t> Camus Sylvain</a:t>
            </a:r>
          </a:p>
        </p:txBody>
      </p:sp>
    </p:spTree>
    <p:extLst>
      <p:ext uri="{BB962C8B-B14F-4D97-AF65-F5344CB8AC3E}">
        <p14:creationId xmlns:p14="http://schemas.microsoft.com/office/powerpoint/2010/main" val="2772518878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TM10001105[[fn=Rogner]]</Template>
  <TotalTime>84</TotalTime>
  <Words>83</Words>
  <Application>Microsoft Office PowerPoint</Application>
  <PresentationFormat>Grand écran</PresentationFormat>
  <Paragraphs>18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7" baseType="lpstr">
      <vt:lpstr>Franklin Gothic Book</vt:lpstr>
      <vt:lpstr>Cadrage</vt:lpstr>
      <vt:lpstr>La Blockchain</vt:lpstr>
      <vt:lpstr>Fonctionnement</vt:lpstr>
      <vt:lpstr>Contexte</vt:lpstr>
      <vt:lpstr>Quelques arguments… (et quelques domaines d’utilisations)</vt:lpstr>
      <vt:lpstr>Synthèse…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Blockchain</dc:title>
  <dc:creator>Sylvain Camus</dc:creator>
  <cp:lastModifiedBy>Sylvain Camus</cp:lastModifiedBy>
  <cp:revision>6</cp:revision>
  <dcterms:created xsi:type="dcterms:W3CDTF">2019-12-08T20:58:31Z</dcterms:created>
  <dcterms:modified xsi:type="dcterms:W3CDTF">2019-12-08T22:22:33Z</dcterms:modified>
</cp:coreProperties>
</file>